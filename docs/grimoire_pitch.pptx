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138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rimoire-nlb.streamlit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1945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Grimoire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77724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for game masters at NLB Chinatown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CADCFC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observations on how we currently run community sessions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Noticed at NLB Chinatown Sessions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3566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411480" y="1234440"/>
            <a:ext cx="356616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Varied Teaching Approaches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6517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GM teaches in their own way — visitors may get a different experience depending on who's at the table.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1234440"/>
            <a:ext cx="3566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4"/>
          <p:cNvSpPr/>
          <p:nvPr/>
        </p:nvSpPr>
        <p:spPr>
          <a:xfrm>
            <a:off x="4160520" y="1234440"/>
            <a:ext cx="356616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630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976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Tied to Individuals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297680" y="26517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GM is away, their familiarity with a game isn't easily passed on to others.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909560" y="1234440"/>
            <a:ext cx="3566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18"/>
          <p:cNvSpPr/>
          <p:nvPr/>
        </p:nvSpPr>
        <p:spPr>
          <a:xfrm>
            <a:off x="7909560" y="1234440"/>
            <a:ext cx="356616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4630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Shared Learning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046720" y="26517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tends to improve through personal experience alone, with few structured ways to share what works.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CADCFC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Grimoire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knowledge base, built by and for your game masters</a:t>
            </a:r>
            <a:endParaRPr lang="en-US" sz="17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457200" y="5074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grimoire-nlb.streamlit.app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B9D3CC-4FE3-C627-D601-FD0E2270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674" y="4477512"/>
            <a:ext cx="2209195" cy="2218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Codex — Browse &amp; Search Your Game Collection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356616" y="1088136"/>
            <a:ext cx="7882128" cy="4681728"/>
          </a:xfrm>
          <a:prstGeom prst="rect">
            <a:avLst/>
          </a:prstGeom>
          <a:solidFill>
            <a:srgbClr val="0F0F1A"/>
          </a:solidFill>
          <a:ln w="9525">
            <a:solidFill>
              <a:srgbClr val="CADCFC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7772400" cy="4572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1248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0" y="1645920"/>
            <a:ext cx="333756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8"/>
          <p:cNvSpPr/>
          <p:nvPr/>
        </p:nvSpPr>
        <p:spPr>
          <a:xfrm>
            <a:off x="8412480" y="1874520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8595360" y="18105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games in the library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12480" y="253288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8595360" y="24688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weight: Light / Medium / Heavy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12480" y="3191256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3"/>
          <p:cNvSpPr/>
          <p:nvPr/>
        </p:nvSpPr>
        <p:spPr>
          <a:xfrm>
            <a:off x="8595360" y="3127248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mechanic, or keyword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412480" y="384962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5"/>
          <p:cNvSpPr/>
          <p:nvPr/>
        </p:nvSpPr>
        <p:spPr>
          <a:xfrm>
            <a:off x="8595360" y="378561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play time, player count, and a story blurb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412480" y="450799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7"/>
          <p:cNvSpPr/>
          <p:nvPr/>
        </p:nvSpPr>
        <p:spPr>
          <a:xfrm>
            <a:off x="8595360" y="4443984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“Open Tome” to go deep on any game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412480" y="5349240"/>
            <a:ext cx="3337560" cy="59436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9"/>
          <p:cNvSpPr/>
          <p:nvPr/>
        </p:nvSpPr>
        <p:spPr>
          <a:xfrm>
            <a:off x="8522208" y="5376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tip: This is the first page visitors see — it sets the tone for the whole session.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Tome — Full Game Reference for Every GM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356616" y="1088136"/>
            <a:ext cx="7882128" cy="4681728"/>
          </a:xfrm>
          <a:prstGeom prst="rect">
            <a:avLst/>
          </a:prstGeom>
          <a:solidFill>
            <a:srgbClr val="0F0F1A"/>
          </a:solidFill>
          <a:ln w="9525">
            <a:solidFill>
              <a:srgbClr val="C9A22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7772400" cy="4572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1248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contains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0" y="1645920"/>
            <a:ext cx="333756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8"/>
          <p:cNvSpPr/>
          <p:nvPr/>
        </p:nvSpPr>
        <p:spPr>
          <a:xfrm>
            <a:off x="8412480" y="1874520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8595360" y="18105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story &amp; win condition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12480" y="253288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8595360" y="24688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 &amp; round structure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12480" y="3191256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3"/>
          <p:cNvSpPr/>
          <p:nvPr/>
        </p:nvSpPr>
        <p:spPr>
          <a:xfrm>
            <a:off x="8595360" y="3127248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player actions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412480" y="384962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5"/>
          <p:cNvSpPr/>
          <p:nvPr/>
        </p:nvSpPr>
        <p:spPr>
          <a:xfrm>
            <a:off x="8595360" y="378561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tips &amp; strategy tips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412480" y="450799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7"/>
          <p:cNvSpPr/>
          <p:nvPr/>
        </p:nvSpPr>
        <p:spPr>
          <a:xfrm>
            <a:off x="8595360" y="4443984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quiz to test readiness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412480" y="5349240"/>
            <a:ext cx="3337560" cy="59436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9"/>
          <p:cNvSpPr/>
          <p:nvPr/>
        </p:nvSpPr>
        <p:spPr>
          <a:xfrm>
            <a:off x="8522208" y="5376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tip: Open this on your phone 2 minutes before a session as a quick refresher.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Tome: What Each Game Entry Contains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123444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11480" y="1234440"/>
            <a:ext cx="530352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76072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1645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setup checklist — no step missed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530352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382512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1645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turn breakdown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19456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411480" y="2194560"/>
            <a:ext cx="530352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57607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" y="2606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Bold-named actions with short descriptions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19456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6217920" y="2194560"/>
            <a:ext cx="530352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638251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Condition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2606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when &amp; how the game ends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15468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411480" y="3154680"/>
            <a:ext cx="530352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576072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Tips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curated tips from experienced GMs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15468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8" name="Shape 36"/>
          <p:cNvSpPr/>
          <p:nvPr/>
        </p:nvSpPr>
        <p:spPr>
          <a:xfrm>
            <a:off x="6217920" y="3154680"/>
            <a:ext cx="530352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6382512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Tips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82512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tips to help players play better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11480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2" name="Shape 40"/>
          <p:cNvSpPr/>
          <p:nvPr/>
        </p:nvSpPr>
        <p:spPr>
          <a:xfrm>
            <a:off x="411480" y="4114800"/>
            <a:ext cx="530352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576072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(5 Qs)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6072" y="4526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knowledge check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4114800"/>
            <a:ext cx="5303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6" name="Shape 44"/>
          <p:cNvSpPr/>
          <p:nvPr/>
        </p:nvSpPr>
        <p:spPr>
          <a:xfrm>
            <a:off x="6217920" y="4114800"/>
            <a:ext cx="530352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6382512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Story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82512" y="4526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hook with the win condition baked 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CADCFC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 Workflow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game master owns, teaches, and improves their game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Game, Your Knowledge — The GM Cycle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868680"/>
            <a:ext cx="11247120" cy="27432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429768" y="1097280"/>
            <a:ext cx="2606040" cy="4297680"/>
          </a:xfrm>
          <a:prstGeom prst="rect">
            <a:avLst/>
          </a:prstGeom>
          <a:solidFill>
            <a:srgbClr val="252E5C"/>
          </a:solidFill>
          <a:ln w="12700">
            <a:solidFill>
              <a:srgbClr val="CADCF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429768" y="1097280"/>
            <a:ext cx="260604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594360" y="1298448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9436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1298448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436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Entry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4360" y="2423160"/>
            <a:ext cx="2276856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5"/>
          <p:cNvSpPr/>
          <p:nvPr/>
        </p:nvSpPr>
        <p:spPr>
          <a:xfrm>
            <a:off x="594360" y="2560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(LLM) generates a first draft from the rulebook. GM reviews and adjusts — no blank-page problem.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072384" y="3227832"/>
            <a:ext cx="18288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7"/>
          <p:cNvSpPr/>
          <p:nvPr/>
        </p:nvSpPr>
        <p:spPr>
          <a:xfrm>
            <a:off x="3191256" y="3154680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8"/>
          <p:cNvSpPr/>
          <p:nvPr/>
        </p:nvSpPr>
        <p:spPr>
          <a:xfrm>
            <a:off x="3191256" y="3300984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19"/>
          <p:cNvSpPr/>
          <p:nvPr/>
        </p:nvSpPr>
        <p:spPr>
          <a:xfrm>
            <a:off x="3291840" y="1097280"/>
            <a:ext cx="2606040" cy="4297680"/>
          </a:xfrm>
          <a:prstGeom prst="rect">
            <a:avLst/>
          </a:prstGeom>
          <a:solidFill>
            <a:srgbClr val="252E5C"/>
          </a:solidFill>
          <a:ln w="12700">
            <a:solidFill>
              <a:srgbClr val="4ECDC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0"/>
          <p:cNvSpPr/>
          <p:nvPr/>
        </p:nvSpPr>
        <p:spPr>
          <a:xfrm>
            <a:off x="3291840" y="1097280"/>
            <a:ext cx="26060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1"/>
          <p:cNvSpPr/>
          <p:nvPr/>
        </p:nvSpPr>
        <p:spPr>
          <a:xfrm>
            <a:off x="3456432" y="1298448"/>
            <a:ext cx="438912" cy="43891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2"/>
          <p:cNvSpPr/>
          <p:nvPr/>
        </p:nvSpPr>
        <p:spPr>
          <a:xfrm>
            <a:off x="3456432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298448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456432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with It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456432" y="2423160"/>
            <a:ext cx="2276856" cy="27432"/>
          </a:xfrm>
          <a:prstGeom prst="rect">
            <a:avLst/>
          </a:prstGeom>
          <a:solidFill>
            <a:srgbClr val="4ECDC4">
              <a:alpha val="5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5"/>
          <p:cNvSpPr/>
          <p:nvPr/>
        </p:nvSpPr>
        <p:spPr>
          <a:xfrm>
            <a:off x="3456432" y="2560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GM-to-GM training, use The Tome as the reference. Every rule is in one place, on any device.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934456" y="3227832"/>
            <a:ext cx="18288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7"/>
          <p:cNvSpPr/>
          <p:nvPr/>
        </p:nvSpPr>
        <p:spPr>
          <a:xfrm>
            <a:off x="6053328" y="3154680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hape 28"/>
          <p:cNvSpPr/>
          <p:nvPr/>
        </p:nvSpPr>
        <p:spPr>
          <a:xfrm>
            <a:off x="6053328" y="3300984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29"/>
          <p:cNvSpPr/>
          <p:nvPr/>
        </p:nvSpPr>
        <p:spPr>
          <a:xfrm>
            <a:off x="6153912" y="1097280"/>
            <a:ext cx="2606040" cy="4297680"/>
          </a:xfrm>
          <a:prstGeom prst="rect">
            <a:avLst/>
          </a:prstGeom>
          <a:solidFill>
            <a:srgbClr val="252E5C"/>
          </a:solidFill>
          <a:ln w="12700">
            <a:solidFill>
              <a:srgbClr val="C9A227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4" name="Shape 30"/>
          <p:cNvSpPr/>
          <p:nvPr/>
        </p:nvSpPr>
        <p:spPr>
          <a:xfrm>
            <a:off x="6153912" y="1097280"/>
            <a:ext cx="260604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31"/>
          <p:cNvSpPr/>
          <p:nvPr/>
        </p:nvSpPr>
        <p:spPr>
          <a:xfrm>
            <a:off x="6318504" y="1298448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2"/>
          <p:cNvSpPr/>
          <p:nvPr/>
        </p:nvSpPr>
        <p:spPr>
          <a:xfrm>
            <a:off x="6318504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98448"/>
            <a:ext cx="384048" cy="38404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318504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Feedback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6318504" y="2423160"/>
            <a:ext cx="2276856" cy="27432"/>
          </a:xfrm>
          <a:prstGeom prst="rect">
            <a:avLst/>
          </a:prstGeom>
          <a:solidFill>
            <a:srgbClr val="C9A227">
              <a:alpha val="5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5"/>
          <p:cNvSpPr/>
          <p:nvPr/>
        </p:nvSpPr>
        <p:spPr>
          <a:xfrm>
            <a:off x="6318504" y="2560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sessions, GMs note what confused players or was missed. Feedback flows back to the entry owner.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8796528" y="3227832"/>
            <a:ext cx="18288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Shape 37"/>
          <p:cNvSpPr/>
          <p:nvPr/>
        </p:nvSpPr>
        <p:spPr>
          <a:xfrm>
            <a:off x="8915400" y="3154680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Shape 38"/>
          <p:cNvSpPr/>
          <p:nvPr/>
        </p:nvSpPr>
        <p:spPr>
          <a:xfrm>
            <a:off x="8915400" y="3300984"/>
            <a:ext cx="11887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Shape 39"/>
          <p:cNvSpPr/>
          <p:nvPr/>
        </p:nvSpPr>
        <p:spPr>
          <a:xfrm>
            <a:off x="9015984" y="1097280"/>
            <a:ext cx="2606040" cy="4297680"/>
          </a:xfrm>
          <a:prstGeom prst="rect">
            <a:avLst/>
          </a:prstGeom>
          <a:solidFill>
            <a:srgbClr val="252E5C"/>
          </a:solidFill>
          <a:ln w="12700">
            <a:solidFill>
              <a:srgbClr val="CADCF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5" name="Shape 40"/>
          <p:cNvSpPr/>
          <p:nvPr/>
        </p:nvSpPr>
        <p:spPr>
          <a:xfrm>
            <a:off x="9015984" y="1097280"/>
            <a:ext cx="260604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Shape 41"/>
          <p:cNvSpPr/>
          <p:nvPr/>
        </p:nvSpPr>
        <p:spPr>
          <a:xfrm>
            <a:off x="9180576" y="1298448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2"/>
          <p:cNvSpPr/>
          <p:nvPr/>
        </p:nvSpPr>
        <p:spPr>
          <a:xfrm>
            <a:off x="9180576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1298448"/>
            <a:ext cx="384048" cy="38404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180576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&amp; Repeat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9180576" y="2423160"/>
            <a:ext cx="2276856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45"/>
          <p:cNvSpPr/>
          <p:nvPr/>
        </p:nvSpPr>
        <p:spPr>
          <a:xfrm>
            <a:off x="9180576" y="2560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is updated. The next GM who teaches this game benefits from all past experience automatically.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429768" y="5577840"/>
            <a:ext cx="11301984" cy="868680"/>
          </a:xfrm>
          <a:prstGeom prst="rect">
            <a:avLst/>
          </a:prstGeom>
          <a:solidFill>
            <a:srgbClr val="1A2050"/>
          </a:solidFill>
          <a:ln w="952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687568"/>
            <a:ext cx="365760" cy="36576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051560" y="56418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4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 handles final updates to the database. GMs simply submit feedback — no technical skills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CADCFC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Observed &amp; Benefits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noticed, and what Grimoire helps address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Observed &amp; What Grimoire Helps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1188720"/>
            <a:ext cx="274320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0292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27832" y="1188720"/>
            <a:ext cx="402336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3319272" y="1234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Observed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24344" y="1188720"/>
            <a:ext cx="484632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7415784" y="12344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Grimoire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020824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02920" y="206654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consistency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27832" y="2020824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3319272" y="206654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GM has own style &amp; gaps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24344" y="2020824"/>
            <a:ext cx="4846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7415784" y="206654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checklist, same key points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2852928"/>
            <a:ext cx="274320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502920" y="2898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27832" y="2852928"/>
            <a:ext cx="402336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3319272" y="28986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GM is absent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24344" y="2852928"/>
            <a:ext cx="48463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7415784" y="28986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web reference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68503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502920" y="37307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GM onboarding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27832" y="368503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3319272" y="37307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sessions + memory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24344" y="3685032"/>
            <a:ext cx="4846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7415784" y="37307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Tome, take the quiz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517136"/>
            <a:ext cx="274320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502920" y="45628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over time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27832" y="4517136"/>
            <a:ext cx="402336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3319272" y="456285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personal experience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24344" y="4517136"/>
            <a:ext cx="48463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44"/>
          <p:cNvSpPr/>
          <p:nvPr/>
        </p:nvSpPr>
        <p:spPr>
          <a:xfrm>
            <a:off x="7415784" y="456285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feedback, updated entries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53492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502920" y="5394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experience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27832" y="534924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3319272" y="5394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who's at the table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24344" y="5349240"/>
            <a:ext cx="4846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7415784" y="5394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reliably covered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CADCFC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Concerns, Answered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heard you — let's address each concern directly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Concern: "What about games in Chinese?"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1234440"/>
            <a:ext cx="53035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11480" y="1234440"/>
            <a:ext cx="5303520" cy="64008"/>
          </a:xfrm>
          <a:prstGeom prst="rect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4360" y="25603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Chinese-language games aren't captured. Grimoire only works for English games — it doesn't help with our full game library.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123444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0"/>
          <p:cNvSpPr/>
          <p:nvPr/>
        </p:nvSpPr>
        <p:spPr>
          <a:xfrm>
            <a:off x="6355080" y="1234440"/>
            <a:ext cx="539496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63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37960" y="25603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language restriction. </a:t>
            </a:r>
            <a:r>
              <a:rPr lang="en-US" sz="12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content is free-text — entries can be written in Chinese, English, Malay, or any mix. The platform places no language limits.
</a:t>
            </a:r>
            <a:r>
              <a:rPr lang="en-US" sz="125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enhancement. </a:t>
            </a:r>
            <a:r>
              <a:rPr lang="en-US" sz="125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site grows, additional language features or display options can be added based on what the team finds useful.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Concern: "Too much time and effort to maintain"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1234440"/>
            <a:ext cx="53035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11480" y="1234440"/>
            <a:ext cx="5303520" cy="64008"/>
          </a:xfrm>
          <a:prstGeom prst="rect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4360" y="25603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up all these game entries from scratch is too much work on top of running sessions.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123444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0"/>
          <p:cNvSpPr/>
          <p:nvPr/>
        </p:nvSpPr>
        <p:spPr>
          <a:xfrm>
            <a:off x="6355080" y="1234440"/>
            <a:ext cx="539496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63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37960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first draft. </a:t>
            </a: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 feeds the rulebook to an LLM (like ChatGPT or Claude), which generates a structured entry in minutes.
</a:t>
            </a:r>
            <a:r>
              <a:rPr lang="en-US" sz="120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only revise. </a:t>
            </a: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takes 10–15 minutes — spot-checking for accuracy, not writing from zero.
</a:t>
            </a:r>
            <a:r>
              <a:rPr lang="en-US" sz="120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micro-edits. </a:t>
            </a: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session, one or two bullet points updated is all it takes.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Concern: "No visuals — easier to just watch YouTube"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1704320" y="6537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1E2761">
              <a:alpha val="11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1E2761">
              <a:alpha val="9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1E2761">
              <a:alpha val="7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1E2761">
              <a:alpha val="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411480" y="1234440"/>
            <a:ext cx="53035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11480" y="1234440"/>
            <a:ext cx="5303520" cy="64008"/>
          </a:xfrm>
          <a:prstGeom prst="rect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4360" y="25603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Grimoire has no visual cues. A YouTube video or playing the game is a much better way to learn. Why use a text app?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123444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0"/>
          <p:cNvSpPr/>
          <p:nvPr/>
        </p:nvSpPr>
        <p:spPr>
          <a:xfrm>
            <a:off x="6355080" y="1234440"/>
            <a:ext cx="539496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63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37960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Grimoire is not competing with YouTube — or any other way to learn.
</a:t>
            </a: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learn games differently. Some prefer videos, some prefer playing, some like reading. All of those are valid.
Grimoire fills a different gap: </a:t>
            </a:r>
            <a:r>
              <a:rPr lang="en-US" sz="1200" b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memory jogger for GMs. </a:t>
            </a: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haven't taught Moody Bear Kingdom in 3 weeks — let me do a 2-minute refresh before the session starts." That is the use case.
</a:t>
            </a:r>
            <a:r>
              <a:rPr lang="en-US" sz="1200" b="1" i="1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cheat sheet, not tutorial.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ADCFC">
              <a:alpha val="7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1311128" y="91440"/>
            <a:ext cx="329184" cy="329184"/>
          </a:xfrm>
          <a:prstGeom prst="ellipse">
            <a:avLst/>
          </a:prstGeom>
          <a:solidFill>
            <a:srgbClr val="CADCFC">
              <a:alpha val="2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1722608" y="566928"/>
            <a:ext cx="237744" cy="237744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1064240" y="502920"/>
            <a:ext cx="182880" cy="1828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1585448" y="1024128"/>
            <a:ext cx="146304" cy="146304"/>
          </a:xfrm>
          <a:prstGeom prst="ellipse">
            <a:avLst/>
          </a:prstGeom>
          <a:solidFill>
            <a:srgbClr val="CADCFC">
              <a:alpha val="13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1283696" y="1271016"/>
            <a:ext cx="109728" cy="109728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887200" y="1325880"/>
            <a:ext cx="91440" cy="91440"/>
          </a:xfrm>
          <a:prstGeom prst="ellipse">
            <a:avLst/>
          </a:prstGeom>
          <a:solidFill>
            <a:srgbClr val="CADCFC">
              <a:alpha val="9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91440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01168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This Together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828800" y="3429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Grimoire doesn't replace the way you teach — it gives every GM a shared foundation to teach from.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417320" y="4389120"/>
            <a:ext cx="2926080" cy="914400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4805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4462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Sessions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4389120"/>
            <a:ext cx="2926080" cy="914400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480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4462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Empowered GMs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818120" y="4389120"/>
            <a:ext cx="2926080" cy="914400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44805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4462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Visitor Experience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Chinatown · Board Game Sessions · Grimoire v1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952</Words>
  <Application>Microsoft Office PowerPoint</Application>
  <PresentationFormat>Widescreen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Xuan Vinh Ho</cp:lastModifiedBy>
  <cp:revision>2</cp:revision>
  <dcterms:created xsi:type="dcterms:W3CDTF">2026-06-04T14:47:39Z</dcterms:created>
  <dcterms:modified xsi:type="dcterms:W3CDTF">2026-06-12T12:15:56Z</dcterms:modified>
</cp:coreProperties>
</file>